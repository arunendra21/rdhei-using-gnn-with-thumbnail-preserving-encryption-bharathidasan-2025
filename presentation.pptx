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Previews Without Peeking:</a:t>
            </a:r>
            <a:br/>
            <a:r>
              <a:t>Thumbnail-Preserving Encrypted Reversible Data Hiding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A study &amp; partial reproduction of Bharathidasan et al. (SIViP, 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Cloud images should be encrypted yet browsable.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Thumbnails enable secure previews.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GNNs predict pixels for high-capacity RDH.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Extend reversible data hiding to a challenging domain.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Preserve security and exact recoverability.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Achieve high capacity / usability.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Existing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Zhang 2011 RDHEI.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Thumbnail-preserving encryption.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GNN pixel prediction.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Proposed Method (paper)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ESTPE: encrypt but preserve block-mean thumbnail.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GNN predicts pixels -&gt; embedding room.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Reversible embedding + exact recovery.</a:t>
            </a:r>
          </a:p>
        </p:txBody>
      </p:sp>
      <p:pic>
        <p:nvPicPr>
          <p:cNvPr id="5" name="Picture 4" descr="fig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16301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Encode/encrypt the source in the paper's domain.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reversibly in the transformed representation.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Extract payload; reconstruct the exact original.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Mathematical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Domain-specific predictor / share / transform.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Reversible embedding into predictable redundancy.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Exact inverse for recovery.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Reproduction pipeline: a genuine small demo of the core idea.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Full method needs resources unavailable in this workspace.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Results (partial demo)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Thumbnail preserved exactly (0 error).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Full detail encrypted.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TPE core reproduced.</a:t>
            </a:r>
          </a:p>
        </p:txBody>
      </p:sp>
      <p:pic>
        <p:nvPicPr>
          <p:cNvPr id="5" name="Picture 4" descr="fig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16301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Brings RDH to a new, high-value domain.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Security + reversibility together.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High capacity / usability as reported.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Limitations / Why full reproduction is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GNN predictor not trained (no data/GPU).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Capacity figures from paper only.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Only TPE reproduced.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Train the GNN predictor.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Integrate with ESTPE.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Reproduce full capacity.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Summarised the paper and reproduced its core idea in miniature.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Full reproduction needs the missing models/data/system.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Bharathidasan et al. GNN + TPE RDHEI. SIViP 19, 2025.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Zhang. RDHEI. IEEE SPL 18(4), 2011.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Wright et al. Thumbnail-Preserving Encryption. ACM IH&amp;MMSec 2015.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